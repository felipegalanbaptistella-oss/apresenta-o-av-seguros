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256" r:id="rId2"/>
    <p:sldId id="313" r:id="rId3"/>
    <p:sldId id="322" r:id="rId4"/>
    <p:sldId id="314" r:id="rId5"/>
    <p:sldId id="317" r:id="rId6"/>
    <p:sldId id="315" r:id="rId7"/>
    <p:sldId id="316" r:id="rId8"/>
    <p:sldId id="311" r:id="rId9"/>
    <p:sldId id="318" r:id="rId10"/>
    <p:sldId id="319" r:id="rId11"/>
    <p:sldId id="320" r:id="rId12"/>
    <p:sldId id="326" r:id="rId13"/>
    <p:sldId id="321" r:id="rId14"/>
    <p:sldId id="325" r:id="rId1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abio Kenji  Hassui" initials="FH" lastIdx="1" clrIdx="0">
    <p:extLst>
      <p:ext uri="{19B8F6BF-5375-455C-9EA6-DF929625EA0E}">
        <p15:presenceInfo xmlns:p15="http://schemas.microsoft.com/office/powerpoint/2012/main" userId="S::fabio.100402@agenteinvest.com.br::248ff650-6745-457b-a503-306e1bacd87b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89560"/>
    <a:srgbClr val="FFFFFF"/>
    <a:srgbClr val="A58745"/>
    <a:srgbClr val="886B25"/>
    <a:srgbClr val="FFC971"/>
    <a:srgbClr val="00021E"/>
    <a:srgbClr val="001845"/>
    <a:srgbClr val="001137"/>
    <a:srgbClr val="000C33"/>
    <a:srgbClr val="5A68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2FD130-C9CF-4F0A-8822-1B95A951F3DD}" v="215" dt="2026-07-17T21:11:47.275"/>
  </p1510:revLst>
</p1510:revInfo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Estilo com Tema 1 - Ênfase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0E3FDE45-AF77-4B5C-9715-49D594BDF05E}" styleName="Estilo Claro 1 - Ênfase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84E427A-3D55-4303-BF80-6455036E1DE7}" styleName="Estilo com Tema 1 - Ênfase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Estilo Médio 2 - Ênfase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125E5076-3810-47DD-B79F-674D7AD40C01}" styleName="Estilo Escuro 1 - Ênfas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041" autoAdjust="0"/>
    <p:restoredTop sz="93842" autoAdjust="0"/>
  </p:normalViewPr>
  <p:slideViewPr>
    <p:cSldViewPr snapToGrid="0">
      <p:cViewPr varScale="1">
        <p:scale>
          <a:sx n="100" d="100"/>
          <a:sy n="100" d="100"/>
        </p:scale>
        <p:origin x="528" y="7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1" d="100"/>
          <a:sy n="51" d="100"/>
        </p:scale>
        <p:origin x="1836" y="4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00CF8790-AC38-178D-6317-16553BA366B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9FE02780-36D2-9945-A1B4-01FD37F218A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D5AC79-53BA-4A51-921C-8D0783828C7C}" type="datetimeFigureOut">
              <a:rPr lang="pt-BR" smtClean="0"/>
              <a:t>17/07/2026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BE3E20FD-59EE-54AB-6B28-6FBE088A092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FC089DD-CBF2-1ED7-BA55-B1DB6B58C7E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4E4A96-082D-4CE1-8537-E93FE4BC52B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5557567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8D2B75-57E3-4F00-A772-95EBE667B36A}" type="datetimeFigureOut">
              <a:rPr lang="pt-BR" smtClean="0"/>
              <a:t>17/07/2026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601A93-4EE0-45FF-8A9F-025B996613A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50106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01A93-4EE0-45FF-8A9F-025B996613A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07406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E7EA9-1BA4-7C29-5787-296B6BC06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CDCD214-1083-561D-ECE5-20C302538A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62149B4-7AD3-E498-8091-3A06F96E1C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877FD16-4456-23EF-4210-D95763B74D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01A93-4EE0-45FF-8A9F-025B996613A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16337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2D62E-8071-57DA-6BD5-73142D614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FDCCE8D-F2BE-EC96-494C-B33D237E31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B473DF5-4531-5583-773A-44F627E8B5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F651CB8-CF36-AD43-5DEE-AB5A5F8FBB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01A93-4EE0-45FF-8A9F-025B996613A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08583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79DC5-4537-DAE8-B41C-5140A4965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B6F25F6-5DC3-6992-D89F-40236BC68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1C40BDD-77BB-73BA-CD8D-6262E31516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242B12D-BA6E-EC7A-780B-1B2CF1B523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01A93-4EE0-45FF-8A9F-025B996613A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31788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18126-9584-1F86-9FDB-C5B62062E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45DFBCC-3DA5-19B2-1233-64535FBFC4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54E8E2B-96D4-E6E2-1361-DB85977C51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EEF7C68-99F2-77EB-D7CA-6FF1FEA5A0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01A93-4EE0-45FF-8A9F-025B996613A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221666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EAECF-3A62-ED08-3F29-729E1F6C0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2C62620-15D9-CB2D-B9AC-45696DA627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94196F6-0E54-CC52-3E29-4B18F93379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0D3B7C4-51E8-F636-1377-81E924DD68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01A93-4EE0-45FF-8A9F-025B996613A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157757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01A93-4EE0-45FF-8A9F-025B996613A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581070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E2F64-A17B-2954-8035-216C10391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EFEEDC7-7C9E-A0EB-B834-7F38304933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B1F6092-7F96-D3DC-AC82-DF1EC549B6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8A11F77-B52E-6A23-225F-8F0D0FC5E5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01A93-4EE0-45FF-8A9F-025B996613A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99739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70130-B65D-0BD4-5F20-FA72A3875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8E85716-58C9-3BBF-D982-6F0C049FCC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7317C9F-28AD-9ED0-F417-F5441DDD4C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BA383AF-F523-01DD-981B-4DA8E809D6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01A93-4EE0-45FF-8A9F-025B996613A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48937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9C15-0332-AAC4-D331-3F8B25F2F6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3B74267-3F18-0695-A249-9F9C265A97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419F71F-A1F5-84CA-2F67-1980A9EDAD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A32806A-5806-E3DD-021F-2BF9F81668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01A93-4EE0-45FF-8A9F-025B996613A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085282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32668-AA1F-2F27-F51D-F7F390457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F0A9105-88E2-C454-C986-54D6052D3D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BF3A2F9-BF24-0C11-C2A2-8254E769CE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4F76AB3-C259-7970-D1D0-2CBAF057A7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01A93-4EE0-45FF-8A9F-025B996613A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25600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F1F30-3E6A-AC14-D3D2-42D27694F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E1DEB54-5EF5-5D4E-866D-8B8EDD5ECA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56A2000-C8A6-F681-754C-89E2F3D48C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AFE36BA-77E0-4BC1-0C64-64645D5485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01A93-4EE0-45FF-8A9F-025B996613A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279695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01A93-4EE0-45FF-8A9F-025B996613A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18398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ítulo e Conteúdo">
    <p:bg>
      <p:bgPr>
        <a:solidFill>
          <a:srgbClr val="000C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5851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Imagem em preto e branco&#10;&#10;Descrição gerada automaticamente">
            <a:extLst>
              <a:ext uri="{FF2B5EF4-FFF2-40B4-BE49-F238E27FC236}">
                <a16:creationId xmlns:a16="http://schemas.microsoft.com/office/drawing/2014/main" id="{4B9E9F77-5221-0D7B-D5D5-33DD668CDB6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845" t="44736" r="22864" b="26260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DF764C5A-CE9B-87B1-D564-55562C51F7CF}"/>
              </a:ext>
            </a:extLst>
          </p:cNvPr>
          <p:cNvSpPr/>
          <p:nvPr userDrawn="1"/>
        </p:nvSpPr>
        <p:spPr>
          <a:xfrm>
            <a:off x="1384852" y="1233576"/>
            <a:ext cx="9460948" cy="423513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DC9B4F3E-C775-BEDC-276E-E273C8234005}"/>
              </a:ext>
            </a:extLst>
          </p:cNvPr>
          <p:cNvCxnSpPr>
            <a:cxnSpLocks/>
          </p:cNvCxnSpPr>
          <p:nvPr userDrawn="1"/>
        </p:nvCxnSpPr>
        <p:spPr>
          <a:xfrm>
            <a:off x="647700" y="6196511"/>
            <a:ext cx="99776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agem 3">
            <a:extLst>
              <a:ext uri="{FF2B5EF4-FFF2-40B4-BE49-F238E27FC236}">
                <a16:creationId xmlns:a16="http://schemas.microsoft.com/office/drawing/2014/main" id="{27D3C81C-E1FB-0007-E857-EB84CF07E03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2174" t="-21020" r="-16389" b="-11465"/>
          <a:stretch/>
        </p:blipFill>
        <p:spPr>
          <a:xfrm>
            <a:off x="10845800" y="5953046"/>
            <a:ext cx="1032256" cy="420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0943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973375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09914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11661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2865">
            <a:extLst>
              <a:ext uri="{FF2B5EF4-FFF2-40B4-BE49-F238E27FC236}">
                <a16:creationId xmlns:a16="http://schemas.microsoft.com/office/drawing/2014/main" id="{237C3445-3231-41D8-DD64-04424F2DF291}"/>
              </a:ext>
            </a:extLst>
          </p:cNvPr>
          <p:cNvSpPr/>
          <p:nvPr userDrawn="1"/>
        </p:nvSpPr>
        <p:spPr>
          <a:xfrm>
            <a:off x="6651319" y="4180098"/>
            <a:ext cx="324236" cy="3242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20618"/>
                </a:moveTo>
                <a:cubicBezTo>
                  <a:pt x="5377" y="20618"/>
                  <a:pt x="982" y="16223"/>
                  <a:pt x="982" y="10800"/>
                </a:cubicBezTo>
                <a:cubicBezTo>
                  <a:pt x="982" y="5378"/>
                  <a:pt x="5377" y="982"/>
                  <a:pt x="10800" y="982"/>
                </a:cubicBezTo>
                <a:cubicBezTo>
                  <a:pt x="16223" y="982"/>
                  <a:pt x="20618" y="5378"/>
                  <a:pt x="20618" y="10800"/>
                </a:cubicBezTo>
                <a:cubicBezTo>
                  <a:pt x="20618" y="16223"/>
                  <a:pt x="16223" y="20618"/>
                  <a:pt x="10800" y="20618"/>
                </a:cubicBezTo>
                <a:moveTo>
                  <a:pt x="10800" y="0"/>
                </a:moveTo>
                <a:cubicBezTo>
                  <a:pt x="4836" y="0"/>
                  <a:pt x="0" y="4835"/>
                  <a:pt x="0" y="10800"/>
                </a:cubicBezTo>
                <a:cubicBezTo>
                  <a:pt x="0" y="16765"/>
                  <a:pt x="4836" y="21600"/>
                  <a:pt x="10800" y="21600"/>
                </a:cubicBezTo>
                <a:cubicBezTo>
                  <a:pt x="16764" y="21600"/>
                  <a:pt x="21600" y="16765"/>
                  <a:pt x="21600" y="10800"/>
                </a:cubicBezTo>
                <a:cubicBezTo>
                  <a:pt x="21600" y="4835"/>
                  <a:pt x="16764" y="0"/>
                  <a:pt x="10800" y="0"/>
                </a:cubicBezTo>
                <a:moveTo>
                  <a:pt x="13430" y="9320"/>
                </a:moveTo>
                <a:cubicBezTo>
                  <a:pt x="11975" y="9320"/>
                  <a:pt x="11780" y="10196"/>
                  <a:pt x="11780" y="10196"/>
                </a:cubicBezTo>
                <a:lnTo>
                  <a:pt x="11782" y="9327"/>
                </a:lnTo>
                <a:lnTo>
                  <a:pt x="9818" y="9327"/>
                </a:lnTo>
                <a:lnTo>
                  <a:pt x="9818" y="14727"/>
                </a:lnTo>
                <a:lnTo>
                  <a:pt x="11782" y="14727"/>
                </a:lnTo>
                <a:lnTo>
                  <a:pt x="11782" y="11782"/>
                </a:lnTo>
                <a:cubicBezTo>
                  <a:pt x="11782" y="11782"/>
                  <a:pt x="11782" y="10793"/>
                  <a:pt x="12616" y="10793"/>
                </a:cubicBezTo>
                <a:cubicBezTo>
                  <a:pt x="13086" y="10793"/>
                  <a:pt x="13255" y="11232"/>
                  <a:pt x="13255" y="11782"/>
                </a:cubicBezTo>
                <a:lnTo>
                  <a:pt x="13255" y="14727"/>
                </a:lnTo>
                <a:lnTo>
                  <a:pt x="15218" y="14727"/>
                </a:lnTo>
                <a:lnTo>
                  <a:pt x="15218" y="11782"/>
                </a:lnTo>
                <a:cubicBezTo>
                  <a:pt x="15218" y="10245"/>
                  <a:pt x="14550" y="9320"/>
                  <a:pt x="13430" y="9320"/>
                </a:cubicBezTo>
                <a:moveTo>
                  <a:pt x="6873" y="14727"/>
                </a:moveTo>
                <a:lnTo>
                  <a:pt x="8829" y="14727"/>
                </a:lnTo>
                <a:lnTo>
                  <a:pt x="8829" y="9320"/>
                </a:lnTo>
                <a:lnTo>
                  <a:pt x="6873" y="9320"/>
                </a:lnTo>
                <a:cubicBezTo>
                  <a:pt x="6873" y="9320"/>
                  <a:pt x="6873" y="14727"/>
                  <a:pt x="6873" y="14727"/>
                </a:cubicBezTo>
                <a:close/>
                <a:moveTo>
                  <a:pt x="7851" y="6873"/>
                </a:moveTo>
                <a:cubicBezTo>
                  <a:pt x="7311" y="6873"/>
                  <a:pt x="6873" y="7313"/>
                  <a:pt x="6873" y="7856"/>
                </a:cubicBezTo>
                <a:cubicBezTo>
                  <a:pt x="6873" y="8399"/>
                  <a:pt x="7311" y="8839"/>
                  <a:pt x="7851" y="8839"/>
                </a:cubicBezTo>
                <a:cubicBezTo>
                  <a:pt x="8391" y="8839"/>
                  <a:pt x="8829" y="8399"/>
                  <a:pt x="8829" y="7856"/>
                </a:cubicBezTo>
                <a:cubicBezTo>
                  <a:pt x="8829" y="7313"/>
                  <a:pt x="8391" y="6873"/>
                  <a:pt x="7851" y="6873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9045" tIns="19045" rIns="19045" bIns="19045" anchor="ctr"/>
          <a:lstStyle/>
          <a:p>
            <a:pPr defTabSz="228532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1500"/>
          </a:p>
        </p:txBody>
      </p:sp>
      <p:sp>
        <p:nvSpPr>
          <p:cNvPr id="12" name="Shape 2869">
            <a:extLst>
              <a:ext uri="{FF2B5EF4-FFF2-40B4-BE49-F238E27FC236}">
                <a16:creationId xmlns:a16="http://schemas.microsoft.com/office/drawing/2014/main" id="{8A534C34-DDAC-9B2E-29A3-D8CBAA059083}"/>
              </a:ext>
            </a:extLst>
          </p:cNvPr>
          <p:cNvSpPr/>
          <p:nvPr userDrawn="1"/>
        </p:nvSpPr>
        <p:spPr>
          <a:xfrm>
            <a:off x="5933882" y="4180098"/>
            <a:ext cx="324236" cy="3242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4727" y="13745"/>
                </a:moveTo>
                <a:cubicBezTo>
                  <a:pt x="14727" y="14287"/>
                  <a:pt x="14287" y="14727"/>
                  <a:pt x="13745" y="14727"/>
                </a:cubicBezTo>
                <a:lnTo>
                  <a:pt x="7855" y="14727"/>
                </a:lnTo>
                <a:cubicBezTo>
                  <a:pt x="7313" y="14727"/>
                  <a:pt x="6873" y="14287"/>
                  <a:pt x="6873" y="13745"/>
                </a:cubicBezTo>
                <a:lnTo>
                  <a:pt x="6873" y="10309"/>
                </a:lnTo>
                <a:lnTo>
                  <a:pt x="7904" y="10309"/>
                </a:lnTo>
                <a:cubicBezTo>
                  <a:pt x="7877" y="10470"/>
                  <a:pt x="7855" y="10632"/>
                  <a:pt x="7855" y="10800"/>
                </a:cubicBezTo>
                <a:cubicBezTo>
                  <a:pt x="7855" y="12427"/>
                  <a:pt x="9173" y="13745"/>
                  <a:pt x="10800" y="13745"/>
                </a:cubicBezTo>
                <a:cubicBezTo>
                  <a:pt x="12426" y="13745"/>
                  <a:pt x="13745" y="12427"/>
                  <a:pt x="13745" y="10800"/>
                </a:cubicBezTo>
                <a:cubicBezTo>
                  <a:pt x="13745" y="10632"/>
                  <a:pt x="13723" y="10470"/>
                  <a:pt x="13696" y="10309"/>
                </a:cubicBezTo>
                <a:lnTo>
                  <a:pt x="14727" y="10309"/>
                </a:lnTo>
                <a:cubicBezTo>
                  <a:pt x="14727" y="10309"/>
                  <a:pt x="14727" y="13745"/>
                  <a:pt x="14727" y="13745"/>
                </a:cubicBezTo>
                <a:close/>
                <a:moveTo>
                  <a:pt x="10800" y="8836"/>
                </a:moveTo>
                <a:cubicBezTo>
                  <a:pt x="11884" y="8836"/>
                  <a:pt x="12764" y="9716"/>
                  <a:pt x="12764" y="10800"/>
                </a:cubicBezTo>
                <a:cubicBezTo>
                  <a:pt x="12764" y="11884"/>
                  <a:pt x="11884" y="12764"/>
                  <a:pt x="10800" y="12764"/>
                </a:cubicBezTo>
                <a:cubicBezTo>
                  <a:pt x="9716" y="12764"/>
                  <a:pt x="8836" y="11884"/>
                  <a:pt x="8836" y="10800"/>
                </a:cubicBezTo>
                <a:cubicBezTo>
                  <a:pt x="8836" y="9716"/>
                  <a:pt x="9716" y="8836"/>
                  <a:pt x="10800" y="8836"/>
                </a:cubicBezTo>
                <a:moveTo>
                  <a:pt x="12764" y="7364"/>
                </a:moveTo>
                <a:lnTo>
                  <a:pt x="14236" y="7364"/>
                </a:lnTo>
                <a:lnTo>
                  <a:pt x="14236" y="8836"/>
                </a:lnTo>
                <a:lnTo>
                  <a:pt x="12764" y="8836"/>
                </a:lnTo>
                <a:cubicBezTo>
                  <a:pt x="12764" y="8836"/>
                  <a:pt x="12764" y="7364"/>
                  <a:pt x="12764" y="7364"/>
                </a:cubicBezTo>
                <a:close/>
                <a:moveTo>
                  <a:pt x="13745" y="5891"/>
                </a:moveTo>
                <a:lnTo>
                  <a:pt x="7855" y="5891"/>
                </a:lnTo>
                <a:cubicBezTo>
                  <a:pt x="6770" y="5891"/>
                  <a:pt x="5891" y="6770"/>
                  <a:pt x="5891" y="7855"/>
                </a:cubicBezTo>
                <a:lnTo>
                  <a:pt x="5891" y="13745"/>
                </a:lnTo>
                <a:cubicBezTo>
                  <a:pt x="5891" y="14830"/>
                  <a:pt x="6770" y="15709"/>
                  <a:pt x="7855" y="15709"/>
                </a:cubicBezTo>
                <a:lnTo>
                  <a:pt x="13745" y="15709"/>
                </a:lnTo>
                <a:cubicBezTo>
                  <a:pt x="14830" y="15709"/>
                  <a:pt x="15709" y="14830"/>
                  <a:pt x="15709" y="13745"/>
                </a:cubicBezTo>
                <a:lnTo>
                  <a:pt x="15709" y="7855"/>
                </a:lnTo>
                <a:cubicBezTo>
                  <a:pt x="15709" y="6770"/>
                  <a:pt x="14830" y="5891"/>
                  <a:pt x="13745" y="5891"/>
                </a:cubicBezTo>
                <a:moveTo>
                  <a:pt x="10800" y="20618"/>
                </a:moveTo>
                <a:cubicBezTo>
                  <a:pt x="5377" y="20618"/>
                  <a:pt x="982" y="16223"/>
                  <a:pt x="982" y="10800"/>
                </a:cubicBezTo>
                <a:cubicBezTo>
                  <a:pt x="982" y="5378"/>
                  <a:pt x="5377" y="982"/>
                  <a:pt x="10800" y="982"/>
                </a:cubicBezTo>
                <a:cubicBezTo>
                  <a:pt x="16223" y="982"/>
                  <a:pt x="20618" y="5378"/>
                  <a:pt x="20618" y="10800"/>
                </a:cubicBezTo>
                <a:cubicBezTo>
                  <a:pt x="20618" y="16223"/>
                  <a:pt x="16223" y="20618"/>
                  <a:pt x="10800" y="20618"/>
                </a:cubicBezTo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9045" tIns="19045" rIns="19045" bIns="19045" anchor="ctr"/>
          <a:lstStyle/>
          <a:p>
            <a:pPr defTabSz="228532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1500" dirty="0"/>
          </a:p>
        </p:txBody>
      </p:sp>
      <p:sp>
        <p:nvSpPr>
          <p:cNvPr id="13" name="Shape 2836">
            <a:extLst>
              <a:ext uri="{FF2B5EF4-FFF2-40B4-BE49-F238E27FC236}">
                <a16:creationId xmlns:a16="http://schemas.microsoft.com/office/drawing/2014/main" id="{D75E78F3-EE56-85D8-F932-D6BBE76CD519}"/>
              </a:ext>
            </a:extLst>
          </p:cNvPr>
          <p:cNvSpPr/>
          <p:nvPr userDrawn="1"/>
        </p:nvSpPr>
        <p:spPr>
          <a:xfrm>
            <a:off x="5319984" y="4276192"/>
            <a:ext cx="181565" cy="1320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618" y="18900"/>
                </a:moveTo>
                <a:cubicBezTo>
                  <a:pt x="20618" y="18980"/>
                  <a:pt x="20611" y="19058"/>
                  <a:pt x="20601" y="19135"/>
                </a:cubicBezTo>
                <a:lnTo>
                  <a:pt x="14539" y="10800"/>
                </a:lnTo>
                <a:lnTo>
                  <a:pt x="20601" y="2465"/>
                </a:lnTo>
                <a:cubicBezTo>
                  <a:pt x="20611" y="2542"/>
                  <a:pt x="20618" y="2620"/>
                  <a:pt x="20618" y="2700"/>
                </a:cubicBezTo>
                <a:cubicBezTo>
                  <a:pt x="20618" y="2700"/>
                  <a:pt x="20618" y="18900"/>
                  <a:pt x="20618" y="18900"/>
                </a:cubicBezTo>
                <a:close/>
                <a:moveTo>
                  <a:pt x="19636" y="20250"/>
                </a:moveTo>
                <a:lnTo>
                  <a:pt x="1964" y="20250"/>
                </a:lnTo>
                <a:cubicBezTo>
                  <a:pt x="1849" y="20250"/>
                  <a:pt x="1739" y="20218"/>
                  <a:pt x="1637" y="20168"/>
                </a:cubicBezTo>
                <a:lnTo>
                  <a:pt x="7755" y="11754"/>
                </a:lnTo>
                <a:lnTo>
                  <a:pt x="9440" y="14072"/>
                </a:lnTo>
                <a:cubicBezTo>
                  <a:pt x="9816" y="14589"/>
                  <a:pt x="10308" y="14847"/>
                  <a:pt x="10800" y="14847"/>
                </a:cubicBezTo>
                <a:cubicBezTo>
                  <a:pt x="11292" y="14847"/>
                  <a:pt x="11784" y="14589"/>
                  <a:pt x="12159" y="14072"/>
                </a:cubicBezTo>
                <a:lnTo>
                  <a:pt x="13845" y="11754"/>
                </a:lnTo>
                <a:lnTo>
                  <a:pt x="19964" y="20168"/>
                </a:lnTo>
                <a:cubicBezTo>
                  <a:pt x="19861" y="20218"/>
                  <a:pt x="19752" y="20250"/>
                  <a:pt x="19636" y="20250"/>
                </a:cubicBezTo>
                <a:moveTo>
                  <a:pt x="982" y="18900"/>
                </a:moveTo>
                <a:lnTo>
                  <a:pt x="982" y="2700"/>
                </a:lnTo>
                <a:cubicBezTo>
                  <a:pt x="982" y="2620"/>
                  <a:pt x="989" y="2542"/>
                  <a:pt x="999" y="2465"/>
                </a:cubicBezTo>
                <a:lnTo>
                  <a:pt x="7061" y="10800"/>
                </a:lnTo>
                <a:lnTo>
                  <a:pt x="999" y="19135"/>
                </a:lnTo>
                <a:cubicBezTo>
                  <a:pt x="989" y="19058"/>
                  <a:pt x="982" y="18980"/>
                  <a:pt x="982" y="18900"/>
                </a:cubicBezTo>
                <a:moveTo>
                  <a:pt x="1964" y="1350"/>
                </a:moveTo>
                <a:lnTo>
                  <a:pt x="19636" y="1350"/>
                </a:lnTo>
                <a:cubicBezTo>
                  <a:pt x="19752" y="1350"/>
                  <a:pt x="19861" y="1382"/>
                  <a:pt x="19964" y="1433"/>
                </a:cubicBezTo>
                <a:lnTo>
                  <a:pt x="11465" y="13118"/>
                </a:lnTo>
                <a:cubicBezTo>
                  <a:pt x="11288" y="13362"/>
                  <a:pt x="11051" y="13497"/>
                  <a:pt x="10800" y="13497"/>
                </a:cubicBezTo>
                <a:cubicBezTo>
                  <a:pt x="10549" y="13497"/>
                  <a:pt x="10312" y="13362"/>
                  <a:pt x="10134" y="13118"/>
                </a:cubicBezTo>
                <a:lnTo>
                  <a:pt x="1637" y="1433"/>
                </a:lnTo>
                <a:cubicBezTo>
                  <a:pt x="1739" y="1382"/>
                  <a:pt x="1849" y="1350"/>
                  <a:pt x="1964" y="1350"/>
                </a:cubicBezTo>
                <a:moveTo>
                  <a:pt x="19636" y="0"/>
                </a:moveTo>
                <a:lnTo>
                  <a:pt x="1964" y="0"/>
                </a:lnTo>
                <a:cubicBezTo>
                  <a:pt x="879" y="0"/>
                  <a:pt x="0" y="1209"/>
                  <a:pt x="0" y="2700"/>
                </a:cubicBezTo>
                <a:lnTo>
                  <a:pt x="0" y="18900"/>
                </a:lnTo>
                <a:cubicBezTo>
                  <a:pt x="0" y="20391"/>
                  <a:pt x="879" y="21600"/>
                  <a:pt x="1964" y="21600"/>
                </a:cubicBezTo>
                <a:lnTo>
                  <a:pt x="19636" y="21600"/>
                </a:lnTo>
                <a:cubicBezTo>
                  <a:pt x="20721" y="21600"/>
                  <a:pt x="21600" y="20391"/>
                  <a:pt x="21600" y="18900"/>
                </a:cubicBezTo>
                <a:lnTo>
                  <a:pt x="21600" y="2700"/>
                </a:lnTo>
                <a:cubicBezTo>
                  <a:pt x="21600" y="1209"/>
                  <a:pt x="20721" y="0"/>
                  <a:pt x="19636" y="0"/>
                </a:cubicBezTo>
              </a:path>
            </a:pathLst>
          </a:custGeom>
          <a:solidFill>
            <a:schemeClr val="bg1"/>
          </a:solidFill>
          <a:ln w="6350">
            <a:solidFill>
              <a:schemeClr val="bg1"/>
            </a:solidFill>
            <a:miter lim="400000"/>
          </a:ln>
        </p:spPr>
        <p:txBody>
          <a:bodyPr lIns="19045" tIns="19045" rIns="19045" bIns="19045" anchor="ctr"/>
          <a:lstStyle/>
          <a:p>
            <a:pPr algn="r" defTabSz="228532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1500" dirty="0"/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13E5523A-6125-7621-54CA-402FBF96920C}"/>
              </a:ext>
            </a:extLst>
          </p:cNvPr>
          <p:cNvSpPr/>
          <p:nvPr userDrawn="1"/>
        </p:nvSpPr>
        <p:spPr>
          <a:xfrm>
            <a:off x="5250928" y="4180097"/>
            <a:ext cx="324236" cy="324236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971418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89530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C8FACB-D8B1-E98D-3C2D-435E8C66CC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AEA1A6EC-317F-FA1C-4DD4-53E41DCB92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C6F2A04-A668-B1FD-C8D6-56EC31A9BA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D1E817-D6E6-3322-6B77-6897F81CC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1D4328-8647-44FB-B53F-BBD734F52BF8}" type="datetimeFigureOut">
              <a:rPr lang="pt-BR" smtClean="0"/>
              <a:t>17/07/2026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ED7998F-92EE-1511-93EC-B15CBB9C4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90654FB-E891-E5B2-59FB-0A2507F35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4D26DD-F314-4B38-95E4-C835EC98C54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43646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214398-EBDE-721A-164B-48C69E163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81B8510F-DEC0-7463-6FB7-90F5CDAF34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dirty="0"/>
              <a:t>Clique para editar os estilos de texto Mestres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8CCD040-1592-EB7C-BBD3-62E063B90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1D4328-8647-44FB-B53F-BBD734F52BF8}" type="datetimeFigureOut">
              <a:rPr lang="pt-BR" smtClean="0"/>
              <a:t>17/07/2026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7A7358D-90B3-8A58-99F5-650BEE7A54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E07D495-9C03-1F4E-EA67-61DB04D51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4D26DD-F314-4B38-95E4-C835EC98C54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985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B9915EC7-4289-E506-92F3-C2FAC598A9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ADFA3563-EBBE-FEAC-84D6-86413B8E31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3945A0E-59BE-AE3C-6DE5-B847AAE83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1D4328-8647-44FB-B53F-BBD734F52BF8}" type="datetimeFigureOut">
              <a:rPr lang="pt-BR" smtClean="0"/>
              <a:t>17/07/2026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E39A42E-E1D2-7A89-9F40-8553E824C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E2DFAFD-8F03-3FA7-B970-EF4914C68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4D26DD-F314-4B38-95E4-C835EC98C54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357633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F6910E-4472-4FFB-6995-D456F1CD09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36CC5A4-64F6-F7AD-BA8F-5686C4E6A3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4AB2ED2-3C78-9597-8BF4-381D2896F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EA2344-E567-4C9F-AD93-44BDDB6AB8EC}" type="datetimeFigureOut">
              <a:rPr lang="pt-BR" smtClean="0"/>
              <a:t>17/07/2026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02C055E-BB71-A672-3CCA-BEE2700CE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F76C437-8CF7-8A66-A2DE-D87465268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61F2E0-CAF3-4578-8AEE-FDFF3297831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6848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5808A76D-4350-8555-1457-F507904F1E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86FCD7A-AC2D-9839-7639-D218B6EEE0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dirty="0"/>
              <a:t>Clique para editar os estilos de texto Mestres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C82DF5C-2840-6D6E-F79D-19FA86E96C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1D4328-8647-44FB-B53F-BBD734F52BF8}" type="datetimeFigureOut">
              <a:rPr lang="pt-BR" smtClean="0"/>
              <a:t>17/07/2026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56B7E55-7C0B-C120-AEF9-1157C95065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DCD631-3A5F-0208-7940-14322E8609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4D26DD-F314-4B38-95E4-C835EC98C54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7122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95188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52660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A6AEC0-78A5-3CBF-F77C-299CCBA2B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1349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C6AD5-1E7B-EA09-8452-F1A90B4AC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54415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36AC3-6180-EBD6-82ED-98EC42FEC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49775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704FB-E5FD-ED13-D612-98629A83E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92036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227D5-1092-C047-98AB-C2D5A50A6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368039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4B2A3-9829-EB1C-87A5-7619D04AC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8350020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62025-89E7-224A-D452-F5953DC4D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85461078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BCA3E-B061-B032-6C21-60E6F78C5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5702550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E3765-DEAD-4FF2-33EF-AA1250E55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2746428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4E4D7C8-0B07-D0B6-693C-CE39FC1BA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0837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45B6C-A7A7-2992-9C33-BFAE32867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7512570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6303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ema do Office">
  <a:themeElements>
    <a:clrScheme name="Alta Vista">
      <a:dk1>
        <a:srgbClr val="001845"/>
      </a:dk1>
      <a:lt1>
        <a:srgbClr val="EBEDF2"/>
      </a:lt1>
      <a:dk2>
        <a:srgbClr val="001233"/>
      </a:dk2>
      <a:lt2>
        <a:srgbClr val="0466C8"/>
      </a:lt2>
      <a:accent1>
        <a:srgbClr val="FFC971"/>
      </a:accent1>
      <a:accent2>
        <a:srgbClr val="EBEDF2"/>
      </a:accent2>
      <a:accent3>
        <a:srgbClr val="886B25"/>
      </a:accent3>
      <a:accent4>
        <a:srgbClr val="C8686D"/>
      </a:accent4>
      <a:accent5>
        <a:srgbClr val="7EC868"/>
      </a:accent5>
      <a:accent6>
        <a:srgbClr val="023E7D"/>
      </a:accent6>
      <a:hlink>
        <a:srgbClr val="002855"/>
      </a:hlink>
      <a:folHlink>
        <a:srgbClr val="0353A4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23221</TotalTime>
  <Words>13</Words>
  <Application>Microsoft Office PowerPoint</Application>
  <PresentationFormat>Widescreen</PresentationFormat>
  <Paragraphs>13</Paragraphs>
  <Slides>14</Slides>
  <Notes>13</Notes>
  <HiddenSlides>2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michel hahn</dc:creator>
  <cp:lastModifiedBy>Felipe Baptistella</cp:lastModifiedBy>
  <cp:revision>272</cp:revision>
  <dcterms:created xsi:type="dcterms:W3CDTF">2024-09-18T10:28:47Z</dcterms:created>
  <dcterms:modified xsi:type="dcterms:W3CDTF">2026-07-17T21:11:51Z</dcterms:modified>
</cp:coreProperties>
</file>